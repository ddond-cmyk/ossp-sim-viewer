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공통 설계가이드 (공통 모듈)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설계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본인인증·주소검색·약관 상세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입력 어휘 — 채널별 허용·금지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채널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754" y="891540"/>
            <a:ext cx="536434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754" y="946404"/>
            <a:ext cx="536434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허용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7193100" y="891540"/>
            <a:ext cx="4632844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946404"/>
            <a:ext cx="4632844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금지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30987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754" y="126873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754" y="130987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선택 · Hover · 입력 · 스크롤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93100" y="126873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3100" y="130987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우클릭 의존 금지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1737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5851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MWEB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754" y="181737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754" y="185851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Tap · 스와이프(배너·탭) · 스크롤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3100" y="181737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3100" y="185851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Long Tap·Pinch 금지 · 가로 전체 스와이프 금지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36601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40715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공통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754" y="236601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754" y="240715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{조건} 충족 시 · {값} 초과 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93100" y="236601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3100" y="240715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0" y="3120390"/>
            <a:ext cx="10972525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증류 원천 3개 프로젝트는 네이티브 앱이라 제스처 8종을 쓴다. 이 프로젝트는 PC·모바일 웹이므로 채널별 어휘로 대체했다 — 342 §1-2 · 352 §1.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공통 설계가이드 (공통 모듈) ·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4. 공통 모듈 3종 정의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본인인증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프로세스형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카드신청 · 마이페이지 · 문화센터 접수에서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프로세스형 수직 구조 · 오버레이 헤더 → 인증 수단 선택 → 인증 진행 → 결과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수단 선택]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본인인증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92024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인증 수단 카드 N개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40715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47230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안내 문구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3248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[인증 실패 CASE]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실패 안내 · 재시도</a:t>
            </a:r>
          </a:p>
        </p:txBody>
      </p:sp>
      <p:sp>
        <p:nvSpPr>
          <p:cNvPr id="26" name="Oval 25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본인 확인이 필요한 단계 진입 시 &gt; 레이어로 호출. 완료 시 호출 화면에 인증값 반환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「본인인증」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중단 경고 노출 — 호출 화면의 입력값은 보존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 · FN-E03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[인증 수단 선택]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미선택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인증 수단 — 종류·우선순위는 213(시스템요건분석) 미결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해당 수단 인증 화면으로 전환 — 모듈 내부 전환, 화면 이동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FN-E03 · 212 정책요건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33535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33535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33809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[인증 실패]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예외 골격 — 무엇 · 왜 · 다음 행동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「다시 시도」 버튼 제공 — 선택 시 &gt; 수단 선택으로 원복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· 331(와이어프레임설계) 「막다른 화면 0」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4258818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43136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4258818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4286250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[안내 문구]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인증 목적·수집 항목 고지 노출 — 212 정책요건 문구 사용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212 정책요건 · 354 접근성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HDP-CRD0149(본인회원인증 S1) · HDP-MYP0133(개인정보 관리) · 문화센터 접수. 정의는 1곳, 호출은 N곳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인증 수단 종류·PG 계약 — 213(시스템요건분석) 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HDP-COM0131L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주소검색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조회·결과형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배송지 입력에서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조회·결과형 수직 구조 · 오버레이 헤더 → 검색 입력 → 결과 목록 → 선택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검색 전]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주소 검색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도로명·지번 입력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3227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영역 미노출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[결과 없음 CASE]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안내</a:t>
            </a:r>
          </a:p>
        </p:txBody>
      </p:sp>
      <p:sp>
        <p:nvSpPr>
          <p:cNvPr id="26" name="Oval 25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3a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우편번호 찾기 선택 시 &gt; 레이어로 호출. 선택 시 호출 화면 주소 필드에 값 반환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「주소 검색」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값 반환 없이 닫힘 — 호출 화면 기존 값 유지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[검색 입력]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플레이스 홀더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입력 시 &gt; 2자 이상부터 검색 실행 가능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50자 입력 가능, 50자 초과 시 &gt; 입력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C-03 검색 입력(지역)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33535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33535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33809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[결과 목록]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검색 전 미노출 — 빈 상태와 구분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결과 건수 상단 표기 · 선택 시 &gt; 호출 화면에 우편번호·기본주소 반환 후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342(UI상세설계) HDP-CRD0150 desc 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4258818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43136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4258818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4286250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[결과 없음]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1행 골격 문구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HDP-CRD0150(배송지) · 상품권 배송 · 마이페이지 주소 관리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주소 API 제공자 — 213(시스템요건분석) 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HDP-COM0132L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약관 상세 공통 모듈(L)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MWEB 공통 · 콘텐츠 상세형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약관 동의 블록에서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콘텐츠 상세형 수직 구조 · 오버레이 헤더 → 약관 전문 → 닫기·동의 반환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%약관명%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 전문 — Admin 등록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1513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동의하고 닫기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약관명 선택 시 &gt; 레이어로 호출. 전문은 Admin 등록값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[오버레이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%약관명%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동의 상태 변경 없이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T-07 오버레이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1854" y="227685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09522" y="227685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522" y="230428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[약관 전문]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전문 노출 — 개정 시 Admin에서 버전 관리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스크롤 제공 · 본문 내 링크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212 정책요건 · FN-E07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[동의하고 닫기]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호출 화면의 해당 약관 동의 체크 반영 후 닫힘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342(UI상세설계) HDP-CRD0150 desc 6 · 354 접근성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4087368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415594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4087368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4121658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호출처: HDP-CRD0150(약관 동의) · 회원 · 문화센터 접수. MWEB 짝 HDM-COM0123L~0125L 동일 정의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4430268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449884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4430268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4464558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약관 개정 고지 방식(재동의 요구 조건) — 212 정책요건 미결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