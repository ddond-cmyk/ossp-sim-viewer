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환경분석보고서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보고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기획PL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시장·경쟁·기술 환경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거시환경 (PESTEL)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219450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219450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2172" y="12344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82172" y="12893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8594" y="12344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8594" y="12893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017" y="12344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017" y="12893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영향도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31439" y="12344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1439" y="12893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시급성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1611630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1639062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T 기술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2172" y="16116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2172" y="16390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IE11 지원 종료(2022-06-15). 계약 기준은 IE10+ 포함 — 지원이 끝난 브라우저를 범위에 넣음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94" y="16116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8594" y="16390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T1 + I4 회의록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017" y="16116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017" y="16390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1439" y="16116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1439" y="16390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67" y="2146554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67" y="2173986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T 기술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82172" y="21465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2172" y="21739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GA UA→GA4 전환기. 태깅 정의서가 UA·GA4 병행 상태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98594" y="21465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8594" y="21739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I2 태깅가이드 검수서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017" y="21465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017" y="21739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31439" y="21465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1439" y="21739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2681478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2708910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 사회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82172" y="2681478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82172" y="2708910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리오프닝으로 오프라인 방문 수요 회복 — 방문 유도 채널의 가치 상승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98594" y="2681478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98594" y="2708910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M1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017" y="2681478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017" y="2708910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1439" y="2681478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31439" y="2708910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7667" y="3216402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667" y="3243834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 사회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82172" y="3216402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82172" y="3243834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백화점을 체험·라이프스타일 공간으로 재정의하는 흐름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98594" y="3216402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98594" y="3243834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M2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017" y="3216402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017" y="3243834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31439" y="3216402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31439" y="3243834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7667" y="3627882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667" y="3655314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 사회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82172" y="3627882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82172" y="3655314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핵심 사용자 = 30~40대 여성(30대 36.5%·40대 33%·여 69.2%)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98594" y="3627882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98594" y="3655314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I3 #22 고객 실측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017" y="3627882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017" y="3655314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31439" y="3627882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31439" y="3655314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7667" y="4162806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7667" y="4190237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L 법·제도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82172" y="4162806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82172" y="4190237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웹 접근성 품질인증 제도(과기정통부 지정기관). 본 프로젝트는 인증 아닌 준수 수준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98594" y="4162806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98594" y="4190237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T2 + I3 #15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017" y="4162806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017" y="4190237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31439" y="4162806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31439" y="4190237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7667" y="4697730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7667" y="4725162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L 법·제도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82172" y="46977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82172" y="47251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개인정보 — 회원 체계 H.Point 통합(2023-01-01)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98594" y="46977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8594" y="47251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I3 #14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017" y="46977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017" y="47251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31439" y="469773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31439" y="472516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상(오픈 근접)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7667" y="5232654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7667" y="5260086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E 경제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82172" y="52326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82172" y="52600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[미확인] 2022 하반기 소비심리·물가가 백화점 채널 투자에 미친 영향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98594" y="52326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98594" y="52600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017" y="52326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017" y="52600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?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31439" y="523265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31439" y="526008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?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7667" y="5767578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7667" y="5795010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 정치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82172" y="576757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82172" y="57950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[미확인] 유통 규제·의무휴업 등 정책 요인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98594" y="576757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98594" y="57950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017" y="576757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15017" y="57950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?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31439" y="576757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31439" y="57950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?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7667" y="6247638"/>
            <a:ext cx="1121635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1행은 원장·문서 참조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시장·트렌드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출처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실적 반등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신세계 패션 +27%·명품 +21% / 롯데·현대 패션·아웃도어·레저 20%대 성장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M1 (2022-04~05)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1465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1739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전략 트렌드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경험형 콘텐츠 중심 점포 리뉴얼 경쟁, 식음·라이프스타일 결합, MZ 전문관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M2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681478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708910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타깃 담론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508" y="2681478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08" y="2708910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업계는 2030(MZ) 공략 최우선 — 단 본 프로젝트 실측과 층이 다름(§6 유보)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2684" y="2681478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2684" y="2708910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뉴스클리핑 M3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216402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243834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[미확인]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3216402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3243834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국내 백화점 온라인 채널의 트래픽·전환 벤치마크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2684" y="3216402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2684" y="3243834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3627882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365531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[미확인]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508" y="362788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08" y="365531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2022 국내 브라우저 점유율 정확 수치 (IE 잔존율 판단 근거)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02684" y="362788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684" y="365531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브랜드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신호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채널 설계 함의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강점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오프라인 회복 국면 · 콘텐츠 자산 보유 · 멤버십 체계 정교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방문 유도·콘텐츠 노출·등급 개인화가 각각 전략 후보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1465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1739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약점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레거시 브라우저 부채 · 채널 분산 · 채널 간 구조 불일치 · 회원 전환기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14655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17398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범위 경계 명시와 채널 정합이 선결 과제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681478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708910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브랜드 자산(계약 제약)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508" y="2681478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08" y="2708910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해피니스 산스 필수, BI·로고 가이드, 그룹 웹 UI/UX 가이드라인(2022.01) 준수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2684" y="2681478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2684" y="2708910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351 스타일가이드는 신규 창작이 아니라 그룹 가이드 상속 + 채널 특화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216402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24383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브랜드 캐릭터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321640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324383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'흰디' — 로딩 화면 활용 검토 요청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2684" y="3216402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2684" y="3243834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352(인터랙션가이드설계) 인터랙션 후보(REQ-CM-006)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경쟁 구도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161163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163906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직접 경쟁(롯데·신세계 공식 채널)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508" y="1611630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08" y="1639062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[미확인] — 2022 시점 화면·개편 동향 확보 실패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202311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205054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확인된 사실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508" y="2023110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08" y="2050542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롯데 공식 채널도 지점정보·우수고객·문화센터·웨딩·갤러리 구성 → 영역 구성은 업계 공통 패턴 (평가 근거로는 불채택, 시점 불명)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722626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75005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그룹 내 참조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722626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750058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더현대닷컴·현대백화점그룹 — 개편 범위 밖이나 톤&amp;매너 정합 대상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RFP / 제안서 분석 + 컴플라이언스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08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8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684" y="12893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출처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16116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67" y="163906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방법론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508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08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자사 표준프로세스 OSSP 4.0 기반 5단계, 산출물 범위는 협의 후 확정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2684" y="161163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2684" y="163906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I1 슬라이드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146554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173986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수행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08" y="2146554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08" y="2173986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요건분석 → 전략+와이어프레임 → 디자인전략(시안) → App/MW 공통 UX·UI → PC UX·UI → 퍼블리싱 (채널 시차 병행)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2684" y="2146554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684" y="2173986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I1 슬라이드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84607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873502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목표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508" y="28460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08" y="28735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23.1Q 오픈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2684" y="284607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2684" y="2873502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I1 슬라이드 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25755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28498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제안 레퍼런스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08" y="325755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328498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Membership(H-Point·CJ ONE) / Commerce(신한올댓·CJ쿡킷 등) / Branding(현대차·삼성 등)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2684" y="325755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2684" y="328498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I1 슬라이드 9~12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395706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398449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508" y="395706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08" y="398449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요구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02684" y="395706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684" y="398449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출처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7667" y="4368546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667" y="439597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R01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508" y="436854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08" y="439597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PC·Mobile Web 전체 페이지 UX/UI 개선 (국문)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02684" y="4368546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02684" y="4395978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I3 #6·#9·#10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7667" y="490347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667" y="4930902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R02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508" y="490347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08" y="493090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투자정보·ESG 경영 포함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02684" y="4903470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02684" y="4930902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I3 #9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7667" y="543839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7667" y="546582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R03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508" y="543839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08" y="546582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App 특화 4건 (메인/메뉴·h.point 바코드·TCP라운지·개인 메뉴)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02684" y="5438394"/>
            <a:ext cx="4145176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02684" y="5465826"/>
            <a:ext cx="4145176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I3 #11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7667" y="6041898"/>
            <a:ext cx="1121635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15행은 원장·문서 참조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시사점 (후속 요구분석·전략으로 전달)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75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75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시사점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584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9937" y="1234440"/>
            <a:ext cx="2804089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9937" y="1289304"/>
            <a:ext cx="2804089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전달 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611630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639062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757" y="1611630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757" y="1639062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IE10 유지 여부를 재확인해야 한다. 착수 시점에 이미 지원 종료된 브라우저가 계약 기준에 들어 있어 모던 CSS·JS 사용을 제한한다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611630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5847" y="1639062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§1 T · §5 R08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9937" y="1611630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9937" y="1639062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353 UI개발가이드 · 423 퍼블리싱 · 911 변경관리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311146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338578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757" y="2311146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757" y="2338578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업계 담론(MZ 2030)을 그대로 따르면 안 된다. 실측은 30~40대 70%·여성 69.2%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2311146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5847" y="2338578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§2 · 뉴스클리핑 §5 유보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9937" y="2311146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9937" y="2338578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242 UX컨셉 · 334 시안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284607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287350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757" y="284607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757" y="287350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범위 경계 관리가 1순위 리스크. 채널 6개+ 분산, 제외 8건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284607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5847" y="287350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§3 약점 · 126(기초분석종합)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9937" y="2846070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9937" y="2873502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322(정보구조설계) IA(제외 경계 명시) · 911(변경관리)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67" y="338099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667" y="340842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757" y="338099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757" y="340842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회원 체계 전환기 — H.Point 통합이 오픈과 근접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847" y="338099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5847" y="340842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§1 L · §5 R12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9937" y="3380994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9937" y="3408426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215(요구사항정의) · 341(화면명세서작성) 로그인·마이페이지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7667" y="391591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667" y="3943349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757" y="391591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757" y="3943349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스타일가이드는 상속 구조여야 한다. 그룹 가이드라인 준수 의무가 계약 제약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5847" y="391591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5847" y="3943349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§3 · §5 R07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99937" y="391591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99937" y="3943349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351 스타일가이드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7667" y="4450841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7667" y="4478274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757" y="4450841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757" y="4478274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경험형 콘텐츠 흐름이 전략 후보로 유효하다. 업계 공통 전략이고 고객사도 콘텐츠를 본 채널로 모으는 중(Sounds Forest·ALT.1 내재화)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5847" y="4450841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5847" y="4478274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§1 S · §2 · 215(요구사항정의) REQ-SI-005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99937" y="4450841"/>
            <a:ext cx="2804089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99937" y="4478274"/>
            <a:ext cx="2804089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242 UX컨셉 · 243 UX전략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667" y="515035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7667" y="517779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S7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757" y="515035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757" y="517779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정밀 경쟁 비교는 미해결로 넘긴다. 2022 시점 경쟁사 화면 확보 실패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5847" y="515035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5847" y="517779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§4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99937" y="5150357"/>
            <a:ext cx="280408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99937" y="5177790"/>
            <a:ext cx="2804089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Pretendard"/>
              </a:rPr>
              <a:t>221 서비스분석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[미확인] · [확인필요]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234440"/>
            <a:ext cx="11216359" cy="5074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[미확인] — 외부 자료 확보 실패 (사람 작업 또는 후속 단계 필요)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1. 대상 서비스(공식 홈페이지) 자체의 외부 보도 — 존재하지 않는 것으로 보임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2. 2022 시점 롯데·신세계 공식 채널 개편 동향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3. PESTEL P(정치)·E(경제) 요인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4. 백화점 온라인 채널 트래픽·전환 벤치마크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5. 2022 국내 브라우저 점유율 정확 수치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· [확인필요]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1. 인력·M/M (영업·원가 산정 소관)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Pretendard"/>
              </a:rPr>
              <a:t>2. IE10 지원 유지 여부 재확인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